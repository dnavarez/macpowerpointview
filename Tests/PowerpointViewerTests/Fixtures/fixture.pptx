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rPr b="1" u="sng">
                          <a:solidFill>
                            <a:srgbClr val="7F5FBF"/>
                          </a:solidFill>
                        </a:rPr>
                        <a:t>Awit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u="sng">
                          <a:solidFill>
                            <a:srgbClr val="7F5FBF"/>
                          </a:solidFill>
                        </a:rPr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u="sng">
                          <a:solidFill>
                            <a:srgbClr val="7F5FBF"/>
                          </a:solidFill>
                        </a:rPr>
                        <a:t>Notes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00"/>
                          </a:solidFill>
                        </a:rPr>
                        <a:t>8 - Page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00"/>
                          </a:solidFill>
                        </a:rPr>
                        <a:t>10 - Page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0000"/>
                          </a:solidFill>
                        </a:rP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kami'y</a:t>
            </a:r>
            <a:r>
              <a:rPr sz="2400"/>
              <a:t> </a:t>
            </a:r>
            <a:r>
              <a:rPr sz="2400" b="1">
                <a:latin typeface="Arial"/>
              </a:rPr>
              <a:t>nagpapasalamat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bullet</a:t>
            </a:r>
          </a:p>
          <a:p>
            <a:pPr lvl="1"/>
            <a:r>
              <a:t>Nested bullet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2743200" cy="13716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2743200"/>
            <a:ext cx="1828800" cy="1828800"/>
          </a:xfrm>
          <a:prstGeom prst="ellipse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